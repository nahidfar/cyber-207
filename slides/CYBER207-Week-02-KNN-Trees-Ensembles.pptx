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Let two cycles run. Narrate the root, second-level tests, and leaves in order. All nodes remain visible without animation and in reduced-motion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Follow each row independently, then focus on the converging vote. Emphasize parallel fitting and error averaging.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Read left to right. Coral points mark current mistakes; each delayed green state represents a corrected case. The static layout preserves all learners and points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 → forests → boosting</dc:title>
  <dc:subject>PptxGenJS Presentation</dc:subject>
  <dc:creator>Created by Marp</dc:creator>
  <cp:lastModifiedBy>Created by Marp</cp:lastModifiedBy>
  <cp:revision>1</cp:revision>
  <dcterms:created xsi:type="dcterms:W3CDTF">2026-09-01T17:22:51Z</dcterms:created>
  <dcterms:modified xsi:type="dcterms:W3CDTF">2026-09-01T17:22:51Z</dcterms:modified>
</cp:coreProperties>
</file>