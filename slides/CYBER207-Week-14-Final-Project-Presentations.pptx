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Reset the visible timer at each team transition. The rotating ring is decorative progress; exact minute calls remain authoritative.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Close with concrete role families and evidence habits rather than promises about job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presentations</dc:title>
  <dc:subject>PptxGenJS Presentation</dc:subject>
  <dc:creator>Created by Marp</dc:creator>
  <cp:lastModifiedBy>Created by Marp</cp:lastModifiedBy>
  <cp:revision>1</cp:revision>
  <dcterms:created xsi:type="dcterms:W3CDTF">2026-09-01T16:50:44Z</dcterms:created>
  <dcterms:modified xsi:type="dcterms:W3CDTF">2026-09-01T16:50:44Z</dcterms:modified>
</cp:coreProperties>
</file>